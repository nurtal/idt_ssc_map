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Building the 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Construction approach, datasets, and the interaction-validation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Technical companion to the SSc-MIM overview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9FB6BD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PHILOSOPHY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governing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0584" cy="14173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E8B9E"/>
                </a:solidFill>
                <a:latin typeface="Calibri"/>
              </a:rPr>
              <a:t>1.  Deterministic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Explicit rules (Mazein 2023 + Disease Maps conventions) so two curators produce the same map. HGNC names, fixed compartments, fixed reaction granularity.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27248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27248"/>
            <a:ext cx="100584" cy="14173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26D5A"/>
                </a:solidFill>
                <a:latin typeface="Calibri"/>
              </a:rPr>
              <a:t>2.  Never written speculatively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No edge enters the curated map without a verbatim source quote that passes automated gates AND human ratification.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700016"/>
            <a:ext cx="100584" cy="141732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3.  Topology is curated, not learned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Mechanisms come from the literature; patient omics ground, validate and read out the map — they never define its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STANDARDS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Notation, format &amp; naming 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Notation &amp; format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CellDesigner v4.4 · SBGN Process Description glyphs.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SBML Level 2 Version 4 + CellDesigner annotations.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MI2CAST-compliant annotation on every reaction.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Identifiers (HGNC-anchored)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gene/protein  → HGNC symbol  (TGFB1, SMAD3)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proteoform    → symbol+state (SMAD3@S423)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complex       → A:B:C  (SMAD2:SMAD3:SMAD4)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phenotype     → phenotype_&lt;slug&gt;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ligand–receptor binding event.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kinase–substrate pair (residues collapsed into a state-variable list).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Transcription as TF → mRNA(target), one per target.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Fixed compartment vocabulary (20): extracellular, ECM, plasma membrane, cytosol, nucleus, ER, endosome, mitochondrion, cell-type prefixes…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ARCHITECTURE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Modules, crosstalk &amp; phenotype sinks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327396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4630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M1 Type-I IFN  ·  19 reactions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M2 TGF-β / fibrosis  ·  58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M3 EndoMT / vasculopathy  ·  27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M4 IL-6 / Th2 / B cells  ·  21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crosstalk  ·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91440" cy="9601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58384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Four phenotype sinks (disease outputs): myofibroblast activation · ECM/collagen deposition · vascular remodelling · ISG signature.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Modelling rule: every entity reaches a sink in ≤ 6 steps — verified, 0 violations (make sink-check).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PIPELINE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 released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3753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5625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8866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738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3979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51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9092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0964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4205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6077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9318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1190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14431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Release</a:t>
            </a:r>
            <a:br/>
            <a:r>
              <a:t>GitHub+Zenodo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Blue = backbone assembly  ·  coral = SSc-specific layer  ·  teal = QC &amp; release.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Each stage is a scripted, reversible step (make targets) with linters and CI — re-running from raw inputs reproduces the map.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The whole automated lane runs end-to-end with  make auto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STEP 1–4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Reactome backbone import &amp;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Import canonical pathway scaffolds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M1 type-I IFN · M2 TGF-β (pilot R-HSA-2173789) + PDGF · M3 NOTCH1 (R-HSA-1980143) · M4 IL-6.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Post-process &amp; harmonise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Decode + classify reaction types; rename entities to HGNC; de-duplicate species shared across modules.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Integrate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Merge harmonised module XMLs into one SBML map. Mine embedded PMIDs; auto-fill the bibliography via NCBI E-utils.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reactome_pilot.py      (pilot)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post_process_reactome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harmonise_imports.py 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integrate_modules.py   (integrate)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extract_pmids_*.py     (pmids)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bib_lookup.py          (bib-lookup)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074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Backbone = 159 reactions; gives canonical structure, but propagates curator-inference ECO by default.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STEP 5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SSc-specific curation layer — the novel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hand-curated reactions Reactome cannot structurally hold (autoantibodies, SSc cell states, GWAS-function, clinical crosstalk). Sourced from a systematic 77-paper worklist (24 themes) + co-author full-text PDFs.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3172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Provenance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original-curation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hand-curated (human-original)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fulltext-verified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AI-extracted, verbatim-grounded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ai-discovery (gated)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via G0–G4 pipeline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claude-reclassify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cell-state → conceptual bridge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claude-lit-mine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mined, abstract-verified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43800" y="2331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M2  58   M3  27   M4  21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 19   crosstalk  8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Every AI-touched row is tagged, reversible (one TSV row), and carries its grounding quote in notes.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 i="0">
                <a:solidFill>
                  <a:srgbClr val="E26D5A"/>
                </a:solidFill>
                <a:latin typeface="Calibri"/>
              </a:rPr>
              <a:t>126 / 133 carry a primary PMID.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EVIDENCE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Provenance &amp; graded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The honest denominator: separate the imported backbone from the genuinely SSc-specific layer.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00584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Rxns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PMID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Exp. ECO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Reactome backbone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99%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SSc-specific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95%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majority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1965960"/>
          <a:ext cx="4800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06040"/>
                <a:gridCol w="8229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ECO code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0000314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direct assay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0000033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traceable author stmt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0000270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expression pattern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0000305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curator inference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others (353/315)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interaction / mutant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122 confirmed · 6 phenotype_aggregation (definitional sinks) · 4 conceptual_bridge · 1 to_complete (POSTN, under expert review).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make evidence-lint fails CI if any SSc reaction is left untriaged — no undeclared inference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(1/3)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Adding an interaction: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1956816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Stage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Candidate edge in staging TSV — with a verbatim supporting sentence from the source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68880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761488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Fetch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Cache source text (Europe PMC OA full text / abstract).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273552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566160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Gate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Run G0–G4 automated gates → validation_report.tsv.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078224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425696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4370832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Ratify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human sets decision = promote (default = held).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82896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230368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5175504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Promote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Only PASS + promote rows enter the map — tagged, reversible.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011680"/>
            <a:ext cx="4846320" cy="3840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24028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Candidates never touch the curated TSV until promoted.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Quality over volume — 12 grounded edges beat 40 shaky ones.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Disease-specific only — content Reactome cannot hold.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One quote → one edge.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Every promoted edge is one removable TSV row.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(2/3)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automated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 (HGNC REST)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If the quote is not literally in the paper, the edge is rejected — the core defence against fabricated biology.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Self-test: a fabricated negative-control edge (cand_negctrl, FOXP3→COL1A1, invented quote + decoy PMID) must REJECT on every run; it is hidden from the reviewer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(3/3)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Layered QC beyond the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Structural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SBML L2V4 validation in CI · sink-connectivity (≤6 steps) · CellDesigner-loadability · MINERVA preflight.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Flags any gene pair given opposite polarities by different sources → human arbitration. 0 unresolved.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AI verdict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Read each interaction's deciding quote + support/contrary abstracts → validate / revise / caution. Now 128 validate · 5 caution.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Citation-integrity sweep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Caught 28 reactions citing an unrelated PMID; every replacement re-verified vs live PubMed. No PMID cited from memory.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Reviewer app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Offline swipe-deck over 143 interactions: verbatim quote, dossier, module map, advisory verdict; decisions export to CSV/JSON.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Human ratification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Binding step: the expert/co-author adjudicates the biology. AI proposes &amp; self-gates; the human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— skin, lung, blood — re-analysed from raw GEO files. Citations verified against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(≈100k + 64k annotated cells) give the fibroblast-subset resolution that M2/M3 model.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Lung (SSc-ILD) + PBMC extend the map beyond skin. Raw archives SHA-256-pinned in data/MIRROR.md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→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datasets are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QC, Leiden clustering, cell-type annotation from raw counts.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492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3492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58084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8084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mixed-effects NB GLM + BH-FDR (q=0.05).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8344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2936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DE genes to map species → coverage.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83196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47788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7788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→ each patient = a 4-module activation vector.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8048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Overlay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60 MINERVA overlays colour the map by cluster/dataset.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33832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51376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23360"/>
            <a:ext cx="74980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Per-module coverage: M1 84% · M2 88% · M3 75% · M4 71% · Tier-1 83%.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M1 / type-I IFN significantly up in SSc skin (Gur p=3.2e-4; Tabib p=0.011).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Cell-type labels validated with CellTypist (κ=0.92, ARI=0.70). Data grounds the map — it does not define its topology.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REPRODUCIBILITY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Scripted, tested, containerised, citable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Scripted pipeline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make auto runs the whole lane; make lint / validate run every content + SBML linter.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Tested + CI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pytest suite (no data needed); GitHub Actions: validate_sbml, lint, scripts-smoke,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Containerised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Dockerfile + workflow pin the environment for end-to-end reproduction.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Provenance &amp; metadata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RO-Crate manifest, MIRIAM injection for BioModels, CITATION.cff + .zenodo.json.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Input-data mirror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data/MIRROR.md + .sha256 — SHA-256-pinned GEO archives (Zenodo mirror).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Release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GitHub + Zenodo DOI at git tag v1.0; make release pre-flights.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In one sentence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literature-curated map, gated against fabrication, grounded in real patient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Backbone from Reactome → harmonised → integrated into one SBML map (568 sp / 308 rx / 20 comp).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133 SSc-specific reactions added only through G0–G4 gates + human ratification — no edge without a verbatim source.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Four single-cell datasets (197 donors) ground the map: 81.3% coverage, type-I IFN validated in SSc skin.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Fully scripted, tested, containerised and citable (Zenodo DOI, BioModels-ready).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